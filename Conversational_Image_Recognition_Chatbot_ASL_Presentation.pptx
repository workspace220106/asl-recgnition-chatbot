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Conversational Image Recognition Chatbot using ASL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Project on AI, NLP, and Computer Vision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Conversational AI combines language understanding and visual perception.</a:t>
            </a:r>
          </a:p>
          <a:p>
            <a:pPr/>
            <a:r>
              <a:t>Chatbots can now interpret both text and images for intelligent responses.</a:t>
            </a:r>
          </a:p>
          <a:p>
            <a:pPr/>
            <a:r>
              <a:t>Integrating image recognition enhances accessibility and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ASL?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ASL – American Sign Language – uses hand gestures for communication.</a:t>
            </a:r>
          </a:p>
          <a:p>
            <a:pPr/>
            <a:r>
              <a:t>Widely used among the deaf and mute community.</a:t>
            </a:r>
          </a:p>
          <a:p>
            <a:pPr/>
            <a:r>
              <a:t>Translating ASL gestures helps make AI systems more inclusive.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Chatbot that recognizes ASL gestures from images.</a:t>
            </a:r>
          </a:p>
          <a:p>
            <a:pPr/>
            <a:r>
              <a:t>Converts gestures into text and responds conversationally.</a:t>
            </a:r>
          </a:p>
          <a:p>
            <a:pPr/>
            <a:r>
              <a:t>Bridges communication gap for users with speech or hearing disabilities.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Develop gesture-to-text recognition using AI.</a:t>
            </a:r>
          </a:p>
          <a:p>
            <a:pPr/>
            <a:r>
              <a:t>Integrate NLP for natural conversational responses.</a:t>
            </a:r>
          </a:p>
          <a:p>
            <a:pPr/>
            <a:r>
              <a:t>Enable real-time gesture-based communication with chatbots.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Flow: Image Capture → ASL Recognition → Text Conversion → NLP Chatbot → Reply Output.</a:t>
            </a:r>
          </a:p>
          <a:p>
            <a:pPr/>
            <a:r>
              <a:t>Modules: Image Input, Processing, NLP Understanding, Response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User performs ASL gesture.</a:t>
            </a:r>
          </a:p>
          <a:p>
            <a:pPr/>
            <a:r>
              <a:t>2. Camera captures image or frame.</a:t>
            </a:r>
          </a:p>
          <a:p>
            <a:pPr/>
            <a:r>
              <a:t>3. CNN/Mediapipe detects gesture.</a:t>
            </a:r>
          </a:p>
          <a:p>
            <a:pPr/>
            <a:r>
              <a:t>4. Converted to text and sent to chatbot.</a:t>
            </a:r>
          </a:p>
          <a:p>
            <a:pPr/>
            <a:r>
              <a:t>5. Chatbot generates conversational reply.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Image Capture Module – Captures hand gestures via camera.</a:t>
            </a:r>
          </a:p>
          <a:p>
            <a:pPr/>
            <a:r>
              <a:t>ASL Recognition – Identifies gesture using CNN or Mediapipe.</a:t>
            </a:r>
          </a:p>
          <a:p>
            <a:pPr/>
            <a:r>
              <a:t>Text Conversion – Converts recognized sign to text.</a:t>
            </a:r>
          </a:p>
          <a:p>
            <a:pPr/>
            <a:r>
              <a:t>Chatbot Engine – Responds based on recognized intent.</a:t>
            </a:r>
          </a:p>
          <a:p>
            <a:pPr/>
            <a:r>
              <a:t>Response Display – Outputs text or speech.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Python, OpenCV, TensorFlow, Mediapipe, GPT/Dialogflow.</a:t>
            </a:r>
          </a:p>
          <a:p>
            <a:pPr/>
            <a:r>
              <a:t>Flask or Streamlit for interface, gTTS for speech output.</a:t>
            </a:r>
          </a:p>
          <a:p>
            <a:pPr/>
            <a:r>
              <a:t>Dataset: ASL Alphabet Dataset (Kaggle).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ASL dataset with alphabet/gesture images.</a:t>
            </a:r>
          </a:p>
          <a:p>
            <a:pPr/>
            <a:r>
              <a:t>Images preprocessed: resize, normalize, augment.</a:t>
            </a:r>
          </a:p>
          <a:p>
            <a:pPr/>
            <a:r>
              <a:t>Model: CNN (MobileNet/ResNet) trained for classification.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&amp; Chatbot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Gesture text sent to chatbot (GPT/Dialogflow).</a:t>
            </a:r>
          </a:p>
          <a:p>
            <a:pPr/>
            <a:r>
              <a:t>Bot generates natural response based on recognized word.</a:t>
            </a:r>
          </a:p>
          <a:p>
            <a:pPr/>
            <a:r>
              <a:t>Example: Sign 'HELLO' → Bot replies 'Hello! How can I help you?'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Chat interface accepts image input and displays chatbot response.</a:t>
            </a:r>
          </a:p>
          <a:p>
            <a:pPr/>
            <a:r>
              <a:t>Gesture recognized → Text displayed → Bot response 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Assistive communication for deaf/mute users.</a:t>
            </a:r>
          </a:p>
          <a:p>
            <a:pPr/>
            <a:r>
              <a:t>ASL learning tools for education.</a:t>
            </a:r>
          </a:p>
          <a:p>
            <a:pPr/>
            <a:r>
              <a:t>Healthcare and customer support chatbots.</a:t>
            </a:r>
          </a:p>
          <a:p>
            <a:pPr/>
            <a:r>
              <a:t>Accessible social media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Gesture ambiguity and similarity.</a:t>
            </a:r>
          </a:p>
          <a:p>
            <a:pPr/>
            <a:r>
              <a:t>Lighting and background variations affect accuracy.</a:t>
            </a:r>
          </a:p>
          <a:p>
            <a:pPr/>
            <a:r>
              <a:t>Limited ASL datasets and computational requirements.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Dynamic ASL (motion-based) recognition.</a:t>
            </a:r>
          </a:p>
          <a:p>
            <a:pPr/>
            <a:r>
              <a:t>Voice and emotion recognition integration.</a:t>
            </a:r>
          </a:p>
          <a:p>
            <a:pPr/>
            <a:r>
              <a:t>Mobile and offline (Edge AI) deployment.</a:t>
            </a:r>
          </a:p>
          <a:p>
            <a:pPr/>
            <a:r>
              <a:t>Support for multiple sign languages.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ASL gestures recognized with &gt;90% accuracy.</a:t>
            </a:r>
          </a:p>
          <a:p>
            <a:pPr/>
            <a:r>
              <a:t>Real-time text conversion and response generation.</a:t>
            </a:r>
          </a:p>
          <a:p>
            <a:pPr/>
            <a:r>
              <a:t>Smooth user interaction with multimodal input.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chatbot combines CV, NLP, and ASL for inclusive communication.</a:t>
            </a:r>
          </a:p>
          <a:p>
            <a:pPr/>
            <a:r>
              <a:t>Enables real-time, intelligent, and accessible interaction.</a:t>
            </a:r>
          </a:p>
          <a:p>
            <a:pPr/>
            <a:r>
              <a:t>Promotes equal access through AI-driven communication tools.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Kaggle – ASL Alphabet Dataset.</a:t>
            </a:r>
          </a:p>
          <a:p>
            <a:pPr/>
            <a:r>
              <a:t>Google Vision &amp; Mediapipe Documentation.</a:t>
            </a:r>
          </a:p>
          <a:p>
            <a:pPr/>
            <a:r>
              <a:t>TensorFlow Image Classification Tutorials.</a:t>
            </a:r>
          </a:p>
          <a:p>
            <a:pPr/>
            <a:r>
              <a:t>OpenAI GPT API and Dialogflow Docs.</a:t>
            </a:r>
          </a:p>
          <a:p>
            <a:pPr/>
            <a:r>
              <a:t>Research on Multimodal Conversational AI (2022–2025).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